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7132320" cy="7053943"/>
          </a:xfrm>
          <a:prstGeom prst="rect">
            <a:avLst/>
          </a:prstGeom>
        </p:spPr>
      </p:pic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82880"/>
            <a:ext cx="4480560" cy="6084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