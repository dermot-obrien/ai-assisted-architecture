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ABB: AB-004 API Mediation &amp; Gateway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4881061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07211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