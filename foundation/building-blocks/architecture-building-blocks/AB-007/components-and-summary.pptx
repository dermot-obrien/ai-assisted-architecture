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7783" y="173111"/>
            <a:ext cx="10515600" cy="558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Helvetica"/>
              </a:rPr>
              <a:t>ABB: AB-007 Storage &amp; Persistence Platform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4881061" cy="5491194"/>
          </a:xfrm>
          <a:prstGeom prst="rect">
            <a:avLst/>
          </a:prstGeom>
        </p:spPr>
      </p:pic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59" y="669618"/>
            <a:ext cx="5307211" cy="59706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