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783" y="173111"/>
            <a:ext cx="10515600" cy="558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Helvetica"/>
              </a:rPr>
              <a:t>ABB: AB-008 Network Connectivity &amp; Security</a:t>
            </a:r>
          </a:p>
        </p:txBody>
      </p:sp>
      <p:pic>
        <p:nvPicPr>
          <p:cNvPr id="3" name="Picture 2" descr="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37" y="720989"/>
            <a:ext cx="5552207" cy="5491194"/>
          </a:xfrm>
          <a:prstGeom prst="rect">
            <a:avLst/>
          </a:prstGeom>
        </p:spPr>
      </p:pic>
      <p:pic>
        <p:nvPicPr>
          <p:cNvPr id="4" name="Picture 3" descr="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759" y="669618"/>
            <a:ext cx="4679090" cy="59706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