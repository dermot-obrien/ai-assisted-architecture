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7132320" cy="7208985"/>
          </a:xfrm>
          <a:prstGeom prst="rect">
            <a:avLst/>
          </a:prstGeom>
        </p:spPr>
      </p:pic>
      <p:pic>
        <p:nvPicPr>
          <p:cNvPr id="3" name="Picture 2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82880"/>
            <a:ext cx="4480560" cy="5752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