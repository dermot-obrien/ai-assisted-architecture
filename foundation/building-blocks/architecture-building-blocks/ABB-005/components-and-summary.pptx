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AB-005 Event Streaming &amp; Messaging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552207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5307211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