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ABB: AB-006 Compute Orchestration Platform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552207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07211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