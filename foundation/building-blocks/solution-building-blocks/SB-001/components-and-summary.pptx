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SBB: SB-001 Identity Lifecycle Service (Entra)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552207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3364948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