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SBB: SB-002 Observability Ingestion Service (OTel)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491194" cy="5491194"/>
          </a:xfrm>
          <a:prstGeom prst="rect">
            <a:avLst/>
          </a:prstGeom>
        </p:spPr>
      </p:pic>
      <p:pic>
        <p:nvPicPr>
          <p:cNvPr id="4" name="Picture 3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759" y="669618"/>
            <a:ext cx="5387458" cy="53874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