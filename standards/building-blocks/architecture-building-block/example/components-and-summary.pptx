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1152" y="3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7783" y="173111"/>
            <a:ext cx="1051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NZ" sz="2800" b="1" dirty="0">
                <a:solidFill>
                  <a:srgbClr val="1A1A2E"/>
                </a:solidFill>
                <a:latin typeface="Helvetica"/>
              </a:rPr>
              <a:t>ABB: </a:t>
            </a:r>
            <a:r>
              <a:rPr sz="2800" b="1" dirty="0">
                <a:solidFill>
                  <a:srgbClr val="1A1A2E"/>
                </a:solidFill>
                <a:latin typeface="Helvetica"/>
              </a:rPr>
              <a:t>AB-00</a:t>
            </a:r>
            <a:r>
              <a:rPr lang="en-NZ" sz="2800" b="1" dirty="0">
                <a:solidFill>
                  <a:srgbClr val="1A1A2E"/>
                </a:solidFill>
                <a:latin typeface="Helvetica"/>
              </a:rPr>
              <a:t>4</a:t>
            </a:r>
            <a:r>
              <a:rPr sz="2800" b="1" dirty="0">
                <a:solidFill>
                  <a:srgbClr val="1A1A2E"/>
                </a:solidFill>
                <a:latin typeface="Helvetica"/>
              </a:rPr>
              <a:t> Human-in-the-Loop</a:t>
            </a:r>
          </a:p>
        </p:txBody>
      </p:sp>
      <p:pic>
        <p:nvPicPr>
          <p:cNvPr id="3" name="Picture 2" descr="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37" y="720989"/>
            <a:ext cx="5958049" cy="5491194"/>
          </a:xfrm>
          <a:prstGeom prst="rect">
            <a:avLst/>
          </a:prstGeom>
        </p:spPr>
      </p:pic>
      <p:pic>
        <p:nvPicPr>
          <p:cNvPr id="4" name="Picture 3" descr="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6759" y="669618"/>
            <a:ext cx="5387458" cy="58360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Helvetica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Dermot O'Brien</cp:lastModifiedBy>
  <cp:revision>2</cp:revision>
  <dcterms:created xsi:type="dcterms:W3CDTF">2013-01-27T09:14:16Z</dcterms:created>
  <dcterms:modified xsi:type="dcterms:W3CDTF">2026-03-07T06:14:16Z</dcterms:modified>
  <cp:category/>
</cp:coreProperties>
</file>