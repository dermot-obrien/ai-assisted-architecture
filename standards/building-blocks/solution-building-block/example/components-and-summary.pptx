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0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7783" y="173111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A1A2E"/>
                </a:solidFill>
                <a:latin typeface="Helvetica"/>
              </a:rPr>
              <a:t>SBB: SB-0</a:t>
            </a:r>
            <a:r>
              <a:rPr lang="en-NZ" sz="2800" b="1" dirty="0">
                <a:solidFill>
                  <a:srgbClr val="1A1A2E"/>
                </a:solidFill>
                <a:latin typeface="Helvetica"/>
              </a:rPr>
              <a:t>04</a:t>
            </a:r>
            <a:r>
              <a:rPr sz="2800" b="1" dirty="0">
                <a:solidFill>
                  <a:srgbClr val="1A1A2E"/>
                </a:solidFill>
                <a:latin typeface="Helvetica"/>
              </a:rPr>
              <a:t> Human-in-the-Loop via Microsoft Teams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5962136" cy="54911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3CECC2-4752-52CA-D846-FFEF2AB40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07" y="696331"/>
            <a:ext cx="5226448" cy="5791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Dermot O'Brien</cp:lastModifiedBy>
  <cp:revision>3</cp:revision>
  <dcterms:created xsi:type="dcterms:W3CDTF">2013-01-27T09:14:16Z</dcterms:created>
  <dcterms:modified xsi:type="dcterms:W3CDTF">2026-03-07T06:25:47Z</dcterms:modified>
  <cp:category/>
</cp:coreProperties>
</file>